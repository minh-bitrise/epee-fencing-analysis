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2596687c7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2596687c7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2596687c7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2596687c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596687c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2596687c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2596687c7_0_1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2596687c7_0_1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2596687c7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2596687c7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596687c7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596687c7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2596687c7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2596687c7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596687c7_0_1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2596687c7_0_1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596687c7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2596687c7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2596687c7_0_1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2596687c7_0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abs/2110.00111" TargetMode="External"/><Relationship Id="rId4" Type="http://schemas.openxmlformats.org/officeDocument/2006/relationships/hyperlink" Target="https://arxiv.org/abs/2110.00111" TargetMode="External"/><Relationship Id="rId10" Type="http://schemas.openxmlformats.org/officeDocument/2006/relationships/hyperlink" Target="https://www.dartfish.com/" TargetMode="External"/><Relationship Id="rId9" Type="http://schemas.openxmlformats.org/officeDocument/2006/relationships/hyperlink" Target="https://www.dartfish.com/" TargetMode="External"/><Relationship Id="rId5" Type="http://schemas.openxmlformats.org/officeDocument/2006/relationships/hyperlink" Target="https://arxiv.org/abs/2109.01305" TargetMode="External"/><Relationship Id="rId6" Type="http://schemas.openxmlformats.org/officeDocument/2006/relationships/hyperlink" Target="https://arxiv.org/abs/2109.01305" TargetMode="External"/><Relationship Id="rId7" Type="http://schemas.openxmlformats.org/officeDocument/2006/relationships/hyperlink" Target="https://apps.apple.com/us/app/fencing-manager/id6760303574" TargetMode="External"/><Relationship Id="rId8" Type="http://schemas.openxmlformats.org/officeDocument/2006/relationships/hyperlink" Target="https://apps.apple.com/us/app/fencing-manager/id67603035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178200" y="172275"/>
            <a:ext cx="8787600" cy="26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4920"/>
              <a:t>AI-Assisted Web Application for Epee Fencing Bout Analysis and Fencer Profiling</a:t>
            </a:r>
            <a:endParaRPr sz="492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78200" y="3076200"/>
            <a:ext cx="5162100" cy="124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" u="sng"/>
              <a:t>P</a:t>
            </a:r>
            <a:r>
              <a:rPr b="0" lang="hu" u="sng"/>
              <a:t>roject Template Chosen: </a:t>
            </a:r>
            <a:endParaRPr b="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CM3020 Artificial Intelligence </a:t>
            </a:r>
            <a:r>
              <a:rPr b="0" lang="hu"/>
              <a:t>– Project Idea 1: </a:t>
            </a:r>
            <a:r>
              <a:rPr lang="hu"/>
              <a:t>Orchestrating AI models to achieve a goal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78200" y="4405200"/>
            <a:ext cx="4382400" cy="5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" sz="1700"/>
              <a:t>Name: Nguyen Anh Minh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Project Idea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This project proposes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- Web app for analysing epee fencing bout videos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- Users upload a bout video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- System supports post-bout analysis using </a:t>
            </a:r>
            <a:r>
              <a:rPr b="1" lang="hu" sz="1500"/>
              <a:t>pre-trained AI models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- Focus on: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 - touch/event review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 - movement analysis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 - distance analysis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500"/>
              <a:t> - simple tactical profiling of fencers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500"/>
              <a:t>- Goal: an AI-assisted analysis tool, not an automatic referee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Motivation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117100" y="1182850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Fencing video review is often: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manual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slow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inconsistent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400"/>
              <a:t>- Many fencers, from amateur to professional level, still lack access to dedicated analysis tools.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Recorded bout videos often remain unstructured footage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400"/>
              <a:t>- </a:t>
            </a:r>
            <a:r>
              <a:rPr lang="hu" sz="1400"/>
              <a:t>Why this project matters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Supports fencers and coaches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Makes review more structured</a:t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Turns video into useful performance data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How the system works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600"/>
              <a:t>Proposed System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User uploads an epee bout video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System applies pre-trained AI models: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 	- person detection / tracking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 	- pose estimation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300"/>
              <a:t> 	- language generation for written summaries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Highlights of probable event segments in untrimmed fencing videos to support faster post-bout review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User reviews suggested events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User can confirm, correct, or add labels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300"/>
              <a:t>- App generates statistics and a simple profile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300"/>
              <a:t>Key design choice:</a:t>
            </a:r>
            <a:r>
              <a:rPr lang="hu" sz="1300"/>
              <a:t> AI-assisted, not fully automatic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Core Features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Web-based video upload and review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AI-assisted processing of bout footage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Assisted annotation of touches and exchanges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Event logging: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timestamp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scoring fencer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action label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piste location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 	- approximate / normalized distance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400"/>
              <a:t>- Bout statistics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 sz="1400"/>
              <a:t>- Simple tactical profile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Related Research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300"/>
              <a:t>Deep Learning-based Action Detection in Untrimmed Videos: A Survey</a:t>
            </a:r>
            <a:br>
              <a:rPr b="1" lang="hu" sz="1300"/>
            </a:br>
            <a:r>
              <a:rPr i="1" lang="hu" sz="1300"/>
              <a:t>Vahdani, E. and Tian, Y. (2021)</a:t>
            </a:r>
            <a:endParaRPr i="1"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hu" sz="1300"/>
              <a:t>Reviews action detection in </a:t>
            </a:r>
            <a:r>
              <a:rPr b="1" lang="hu" sz="1300"/>
              <a:t>long, untrimmed videos</a:t>
            </a:r>
            <a:endParaRPr b="1"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hu" sz="1300"/>
              <a:t>Relevant because fencing bouts are also </a:t>
            </a:r>
            <a:r>
              <a:rPr b="1" lang="hu" sz="1300"/>
              <a:t>continuous videos</a:t>
            </a:r>
            <a:endParaRPr b="1"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hu" sz="1300"/>
              <a:t>Useful for identifying </a:t>
            </a:r>
            <a:r>
              <a:rPr b="1" lang="hu" sz="1300"/>
              <a:t>when important moments happen</a:t>
            </a:r>
            <a:endParaRPr b="1"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layfair Display"/>
              <a:buChar char="●"/>
            </a:pPr>
            <a:r>
              <a:rPr lang="hu" sz="1300"/>
              <a:t>Highlights that temporal action detection is a complex research problem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300"/>
              <a:t>Limitation for my project</a:t>
            </a:r>
            <a:endParaRPr b="1"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Playfair Display"/>
              <a:buChar char="●"/>
            </a:pPr>
            <a:r>
              <a:rPr lang="hu" sz="1300"/>
              <a:t>Research-focused and broad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layfair Display"/>
              <a:buChar char="●"/>
            </a:pPr>
            <a:r>
              <a:rPr lang="hu" sz="1300"/>
              <a:t>Not specific to fencing or a usable coaching tool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300"/>
              <a:t>Why it matters for my project</a:t>
            </a:r>
            <a:endParaRPr b="1" sz="1300"/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Playfair Display"/>
              <a:buChar char="●"/>
            </a:pPr>
            <a:r>
              <a:rPr lang="hu" sz="1300"/>
              <a:t>Supports my idea of highlighting likely moments of interest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Font typeface="Playfair Display"/>
              <a:buChar char="●"/>
            </a:pPr>
            <a:r>
              <a:rPr lang="hu" sz="1300"/>
              <a:t>Helps justify reducing full manual review of entire bout videos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100"/>
              <a:t>Reference:</a:t>
            </a:r>
            <a:r>
              <a:rPr lang="hu" sz="1100"/>
              <a:t> [R1]</a:t>
            </a:r>
            <a:endParaRPr sz="11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Related Research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100"/>
              <a:t>Video Pose Distillation for Few-Shot, Fine-Grained Sports Action Recognition</a:t>
            </a:r>
            <a:br>
              <a:rPr b="1" lang="hu" sz="1100"/>
            </a:br>
            <a:r>
              <a:rPr i="1" lang="hu" sz="1100"/>
              <a:t>James Hong, Matthew Fisher, Michael Gharbi, Kayvon Fatahalian</a:t>
            </a:r>
            <a:endParaRPr i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hu" sz="1100"/>
              <a:t>Shows that </a:t>
            </a:r>
            <a:r>
              <a:rPr b="1" lang="hu" sz="1100"/>
              <a:t>human pose is useful</a:t>
            </a:r>
            <a:r>
              <a:rPr lang="hu" sz="1100"/>
              <a:t> for fine-grained sports action understanding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100"/>
              <a:t>Also shows that pose estimation is often unreliable in sports video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100"/>
              <a:t>Main issues include: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○"/>
            </a:pPr>
            <a:r>
              <a:rPr lang="hu" sz="1100"/>
              <a:t>motion blur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○"/>
            </a:pPr>
            <a:r>
              <a:rPr lang="hu" sz="1100"/>
              <a:t>occlusion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○"/>
            </a:pPr>
            <a:r>
              <a:rPr lang="hu" sz="1100"/>
              <a:t>domain shift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100"/>
              <a:t>Limitation for my project</a:t>
            </a:r>
            <a:endParaRPr b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100"/>
              <a:t>Focuses on model learning for sports datasets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100"/>
              <a:t>Does not provide a practical end-user analysis system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100"/>
              <a:t>Why it matters for my project</a:t>
            </a:r>
            <a:endParaRPr b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100"/>
              <a:t>Supports using pose as part of the analysis pipeline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hu" sz="1100"/>
              <a:t>Justifies an </a:t>
            </a:r>
            <a:r>
              <a:rPr b="1" lang="hu" sz="1100"/>
              <a:t>AI-assisted</a:t>
            </a:r>
            <a:r>
              <a:rPr lang="hu" sz="1100"/>
              <a:t> approach with user confirmation, rather than full automation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hu" sz="1100"/>
              <a:t>Reference:</a:t>
            </a:r>
            <a:r>
              <a:rPr lang="hu" sz="1100"/>
              <a:t> [R2]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69925"/>
            <a:ext cx="8520600" cy="4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600">
                <a:highlight>
                  <a:schemeClr val="dk1"/>
                </a:highlight>
              </a:rPr>
              <a:t>Related System - Fencing Manager (2026)</a:t>
            </a:r>
            <a:endParaRPr b="1" sz="1600">
              <a:highlight>
                <a:schemeClr val="dk1"/>
              </a:highlight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Fencing-specific bout analysis and tagging tool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Allows users to upload bout footage and label actions manually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Relevant because it is closely aligned with the fencing domain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400"/>
              <a:t>Limitation</a:t>
            </a:r>
            <a:endParaRPr b="1" sz="1400"/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Playfair Display"/>
              <a:buChar char="●"/>
            </a:pPr>
            <a:r>
              <a:rPr lang="hu" sz="1400"/>
              <a:t>Provides </a:t>
            </a:r>
            <a:r>
              <a:rPr b="1" lang="hu" sz="1400"/>
              <a:t>no AI assistance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Requires the user to watch the full bout and manually label events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Lacks automated profiling and deeper derived statistics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Does not support some potentially useful measures, such as:</a:t>
            </a:r>
            <a:endParaRPr sz="14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400"/>
              <a:t>average time between touches</a:t>
            </a:r>
            <a:endParaRPr sz="14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400"/>
              <a:t>opponent tendency profiling</a:t>
            </a:r>
            <a:endParaRPr sz="14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400"/>
              <a:t>distance-based analysis</a:t>
            </a:r>
            <a:endParaRPr sz="1400"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Playfair Display"/>
              <a:buChar char="●"/>
            </a:pPr>
            <a:r>
              <a:rPr lang="hu" sz="1400"/>
              <a:t>more advanced tactical summaries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400"/>
              <a:t>Why it matters for my project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Confirms that structured fencing analysis is useful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Highlights the need for AI-assisted event detection and profiling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My project aims to reduce manual review time and generate additional tactical insights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hu" sz="1400"/>
              <a:t>Reference:</a:t>
            </a:r>
            <a:r>
              <a:rPr lang="hu" sz="1400"/>
              <a:t> [R3]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34700"/>
            <a:ext cx="8520600" cy="44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">
                <a:highlight>
                  <a:schemeClr val="dk1"/>
                </a:highlight>
              </a:rPr>
              <a:t>Related System - </a:t>
            </a:r>
            <a:r>
              <a:rPr b="1" lang="hu">
                <a:highlight>
                  <a:schemeClr val="dk1"/>
                </a:highlight>
              </a:rPr>
              <a:t>Dartfish</a:t>
            </a:r>
            <a:endParaRPr b="1">
              <a:highlight>
                <a:schemeClr val="dk1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General-purpose sports video analysis platform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Supports annotation, replay, and performance review across multiple sports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Demonstrates the practical value of video-based performance analysis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400"/>
              <a:t>Limitation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General-purpose rather than fencing-specific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Still depends heavily on manual review and analyst input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Requires significant domain knowledge to use effectively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400"/>
              <a:t>Why it matters for my project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Shows the value of video analysis in sport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Also shows a gap for a more focused fencing-specific tool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hu" sz="1400"/>
              <a:t>My project aims to provide a more structured and accessible workflow for epee analysis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hu" sz="1400"/>
              <a:t>Reference:</a:t>
            </a:r>
            <a:r>
              <a:rPr lang="hu" sz="1400"/>
              <a:t> [R4]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References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hu" sz="1100">
                <a:latin typeface="Arial"/>
                <a:ea typeface="Arial"/>
                <a:cs typeface="Arial"/>
                <a:sym typeface="Arial"/>
              </a:rPr>
              <a:t>[R1] Vahdani, E. and Tian, Y. (2021) </a:t>
            </a:r>
            <a:r>
              <a:rPr i="1" lang="hu" sz="1100">
                <a:latin typeface="Arial"/>
                <a:ea typeface="Arial"/>
                <a:cs typeface="Arial"/>
                <a:sym typeface="Arial"/>
              </a:rPr>
              <a:t>Deep Learning-based Action Detection in Untrimmed Videos: A Survey</a:t>
            </a:r>
            <a:r>
              <a:rPr lang="hu" sz="1100">
                <a:latin typeface="Arial"/>
                <a:ea typeface="Arial"/>
                <a:cs typeface="Arial"/>
                <a:sym typeface="Arial"/>
              </a:rPr>
              <a:t>. arXiv:2110.00111 [cs.CV]. Available at:</a:t>
            </a:r>
            <a:r>
              <a:rPr lang="hu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h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https://arxiv.org/abs/2110.00111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>
                <a:latin typeface="Arial"/>
                <a:ea typeface="Arial"/>
                <a:cs typeface="Arial"/>
                <a:sym typeface="Arial"/>
              </a:rPr>
              <a:t>[R2] Hong, J., Fisher, M., Gharbi, M. and Fatahalian, K. (2021) </a:t>
            </a:r>
            <a:r>
              <a:rPr i="1" lang="hu" sz="1100">
                <a:latin typeface="Arial"/>
                <a:ea typeface="Arial"/>
                <a:cs typeface="Arial"/>
                <a:sym typeface="Arial"/>
              </a:rPr>
              <a:t>Video Pose Distillation for Few-Shot, Fine-Grained Sports Action Recognition</a:t>
            </a:r>
            <a:r>
              <a:rPr lang="hu" sz="1100">
                <a:latin typeface="Arial"/>
                <a:ea typeface="Arial"/>
                <a:cs typeface="Arial"/>
                <a:sym typeface="Arial"/>
              </a:rPr>
              <a:t>. arXiv:2109.01305 [cs.CV]. Available at:</a:t>
            </a:r>
            <a:r>
              <a:rPr lang="hu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h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https://arxiv.org/abs/2109.01305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100">
                <a:latin typeface="Arial"/>
                <a:ea typeface="Arial"/>
                <a:cs typeface="Arial"/>
                <a:sym typeface="Arial"/>
              </a:rPr>
              <a:t>[R3] Apple App Store (2026) </a:t>
            </a:r>
            <a:r>
              <a:rPr i="1" lang="hu" sz="1100">
                <a:latin typeface="Arial"/>
                <a:ea typeface="Arial"/>
                <a:cs typeface="Arial"/>
                <a:sym typeface="Arial"/>
              </a:rPr>
              <a:t>Fencing Manager</a:t>
            </a:r>
            <a:r>
              <a:rPr lang="hu" sz="1100"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hu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h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https://apps.apple.com/us/app/fencing-manager/id6760303574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 sz="1100">
                <a:latin typeface="Arial"/>
                <a:ea typeface="Arial"/>
                <a:cs typeface="Arial"/>
                <a:sym typeface="Arial"/>
              </a:rPr>
              <a:t>[R4] Dartfish </a:t>
            </a:r>
            <a:r>
              <a:rPr i="1" lang="hu" sz="1100">
                <a:latin typeface="Arial"/>
                <a:ea typeface="Arial"/>
                <a:cs typeface="Arial"/>
                <a:sym typeface="Arial"/>
              </a:rPr>
              <a:t>Dartfish</a:t>
            </a:r>
            <a:r>
              <a:rPr lang="hu" sz="1100"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hu" sz="11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/>
              </a:rPr>
              <a:t> </a:t>
            </a:r>
            <a:r>
              <a:rPr lang="h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https://www.dartfish.com/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